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pipeline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corpus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89.9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4.08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NT-aligned Greek verses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6,861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ships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2026-06-05T19:01:29Z</dcterms:created>
  <dcterms:modified xsi:type="dcterms:W3CDTF">2026-06-05T19:01:29Z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