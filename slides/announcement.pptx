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171725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Greek Corpus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—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—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—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—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—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—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—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Greek Corpus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10.5281/zenodo.20171725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(Project No. 20577) with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2026-05-30T20:20:25Z</dcterms:created>
  <dcterms:modified xsi:type="dcterms:W3CDTF">2026-05-30T20:20:25Z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itation">
    <vt:lpwstr/>
  </property>
  <property fmtid="{D5CDD505-2E9C-101B-9397-08002B2CF9AE}" pid="9" name="date">
    <vt:lpwstr>May 30, 2026</vt:lpwstr>
  </property>
  <property fmtid="{D5CDD505-2E9C-101B-9397-08002B2CF9AE}" pid="10" name="date-format">
    <vt:lpwstr>long</vt:lpwstr>
  </property>
  <property fmtid="{D5CDD505-2E9C-101B-9397-08002B2CF9AE}" pid="11" name="engines">
    <vt:lpwstr/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subtitle">
    <vt:lpwstr>An open diachronic Greek treebank with Indo-European parallels</vt:lpwstr>
  </property>
  <property fmtid="{D5CDD505-2E9C-101B-9397-08002B2CF9AE}" pid="17" name="toc-title">
    <vt:lpwstr>Table of contents</vt:lpwstr>
  </property>
</Properties>
</file>