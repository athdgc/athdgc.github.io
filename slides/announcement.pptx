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samples.html" TargetMode="External" /><Relationship Id="rId4" Type="http://schemas.openxmlformats.org/officeDocument/2006/relationships/hyperlink" Target="https://athdgc.github.io/tools.html" TargetMode="External" /><Relationship Id="rId5" Type="http://schemas.openxmlformats.org/officeDocument/2006/relationships/hyperlink" Target="https://athdgc.github.io/press.html" TargetMode="External" /><Relationship Id="rId6" Type="http://schemas.openxmlformats.org/officeDocument/2006/relationships/hyperlink" Target="https://athdgc.github.io/data_paper.html" TargetMode="External" /><Relationship Id="rId7" Type="http://schemas.openxmlformats.org/officeDocument/2006/relationships/hyperlink" Target="https://github.com/AthDGC" TargetMode="External" /><Relationship Id="rId8" Type="http://schemas.openxmlformats.org/officeDocument/2006/relationships/hyperlink" Target="https://huggingface.co/AthDGC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4,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Diachronic Glossa Chronos</a:t>
            </a:r>
            <a:r>
              <a:rPr/>
              <a:t> (</a:t>
            </a:r>
            <a:r>
              <a:rPr i="1"/>
              <a:t>Athens-PROIEL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LightSIDE-compatible feature extraction + classifier training</a:t>
            </a:r>
          </a:p>
          <a:p>
            <a:pPr lvl="0"/>
            <a:r>
              <a:rPr/>
              <a:t>NoSketch-style concordancer</a:t>
            </a:r>
          </a:p>
          <a:p>
            <a:pPr lvl="0"/>
            <a:r>
              <a:rPr/>
              <a:t>Fine-tuned Stanza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viewer (Neo4j)</a:t>
            </a:r>
          </a:p>
          <a:p>
            <a:pPr lvl="0"/>
            <a:r>
              <a:rPr/>
              <a:t>Quarto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corpus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89.9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4.08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NT-aligned Greek verses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6,861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 -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 -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 -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 -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 -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 - LaBSE + AwesomeAlign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 - PROIEL XML + JSONL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Argyropoulos, E., and the Athens Digital Glossa Chronos Research Network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  <a:p>
            <a:pPr lvl="0" indent="0" marL="0">
              <a:buNone/>
            </a:pPr>
            <a:r>
              <a:rPr/>
              <a:t>DOI: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Samples: </a:t>
            </a:r>
            <a:r>
              <a:rPr>
                <a:hlinkClick r:id="rId3"/>
              </a:rPr>
              <a:t>https://athdgc.github.io/samples.html</a:t>
            </a:r>
          </a:p>
          <a:p>
            <a:pPr lvl="0"/>
            <a:r>
              <a:rPr/>
              <a:t>Tools: </a:t>
            </a:r>
            <a:r>
              <a:rPr>
                <a:hlinkClick r:id="rId4"/>
              </a:rPr>
              <a:t>https://athdgc.github.io/tools.html</a:t>
            </a:r>
          </a:p>
          <a:p>
            <a:pPr lvl="0"/>
            <a:r>
              <a:rPr/>
              <a:t>Press kit: </a:t>
            </a:r>
            <a:r>
              <a:rPr>
                <a:hlinkClick r:id="rId5"/>
              </a:rPr>
              <a:t>https://athdgc.github.io/press.html</a:t>
            </a:r>
          </a:p>
          <a:p>
            <a:pPr lvl="0"/>
            <a:r>
              <a:rPr/>
              <a:t>Launch report: </a:t>
            </a:r>
            <a:r>
              <a:rPr>
                <a:hlinkClick r:id="rId6"/>
              </a:rPr>
              <a:t>https://athdgc.github.io/data_paper.html</a:t>
            </a:r>
          </a:p>
          <a:p>
            <a:pPr lvl="0"/>
            <a:r>
              <a:rPr/>
              <a:t>GitHub: </a:t>
            </a:r>
            <a:r>
              <a:rPr>
                <a:hlinkClick r:id="rId7"/>
              </a:rPr>
              <a:t>https://github.com/AthDGC</a:t>
            </a:r>
          </a:p>
          <a:p>
            <a:pPr lvl="0"/>
            <a:r>
              <a:rPr/>
              <a:t>Hugging Face mirror: </a:t>
            </a:r>
            <a:r>
              <a:rPr>
                <a:hlinkClick r:id="rId8"/>
              </a:rPr>
              <a:t>https://huggingface.co/AthDGC</a:t>
            </a:r>
            <a:r>
              <a:rPr/>
              <a:t> (in setup; ships at v0.5)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2026-06-04T20:18:06Z</dcterms:created>
  <dcterms:modified xsi:type="dcterms:W3CDTF">2026-06-04T20:18:06Z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4,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