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Digital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workflow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,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,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,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,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,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,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,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2026-06-10T16:55:25Z</dcterms:created>
  <dcterms:modified xsi:type="dcterms:W3CDTF">2026-06-10T16:55:25Z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