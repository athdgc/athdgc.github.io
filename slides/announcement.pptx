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athdgc_press.html" TargetMode="External" /><Relationship Id="rId4" Type="http://schemas.openxmlformats.org/officeDocument/2006/relationships/hyperlink" Target="https://github.com/AthDGC" TargetMode="External" /><Relationship Id="rId5" Type="http://schemas.openxmlformats.org/officeDocument/2006/relationships/hyperlink" Target="https://athdgc.github.io/hfri2024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Press: </a:t>
            </a:r>
            <a:r>
              <a:rPr>
                <a:hlinkClick r:id="rId3"/>
              </a:rPr>
              <a:t>https://athdgc.github.io/athdgc_press.html</a:t>
            </a:r>
          </a:p>
          <a:p>
            <a:pPr lvl="0"/>
            <a:r>
              <a:rPr/>
              <a:t>GitHub: </a:t>
            </a:r>
            <a:r>
              <a:rPr>
                <a:hlinkClick r:id="rId4"/>
              </a:rPr>
              <a:t>https://github.com/AthDGC</a:t>
            </a:r>
          </a:p>
          <a:p>
            <a:pPr lvl="0"/>
            <a:r>
              <a:rPr/>
              <a:t>HFRI project site: </a:t>
            </a:r>
            <a:r>
              <a:rPr>
                <a:hlinkClick r:id="rId5"/>
              </a:rPr>
              <a:t>https://athdgc.github.io/hfri2024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2026-05-31T23:01:52Z</dcterms:created>
  <dcterms:modified xsi:type="dcterms:W3CDTF">2026-05-31T23:01:52Z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