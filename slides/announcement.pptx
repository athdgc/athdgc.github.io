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4,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LightSIDE-compatible feature extraction + classifier training</a:t>
            </a:r>
          </a:p>
          <a:p>
            <a:pPr lvl="0"/>
            <a:r>
              <a:rPr/>
              <a:t>NoSketch-style concordancer</a:t>
            </a:r>
          </a:p>
          <a:p>
            <a:pPr lvl="0"/>
            <a:r>
              <a:rPr/>
              <a:t>Fine-tuned Stanza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viewer (Neo4j)</a:t>
            </a:r>
          </a:p>
          <a:p>
            <a:pPr lvl="0"/>
            <a:r>
              <a:rPr/>
              <a:t>Quarto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+ AwesomeAlign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Argyropoulos, E.,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  <a:p>
            <a:pPr lvl="0" indent="0" marL="0">
              <a:buNone/>
            </a:pPr>
            <a:r>
              <a:rPr/>
              <a:t>DOI: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2026-06-04T15:21:15Z</dcterms:created>
  <dcterms:modified xsi:type="dcterms:W3CDTF">2026-06-04T15:21:15Z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4,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