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doi.org/10.5281/zenodo.2043918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- system demonstration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PROIEL-style treebank for the entire Greek language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30,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PROIEL-style dependency treebank - Homer to Modern Greek - with NT verse-level cross-alignment to Latin / Gothic / Old Church Slavonic.</a:t>
            </a:r>
          </a:p>
          <a:p>
            <a:pPr lvl="0" indent="0" marL="0">
              <a:buNone/>
            </a:pPr>
            <a:r>
              <a:rPr/>
              <a:t>20-minute LREC-COLING system demo · Athens-PROIEL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agenda (20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Overview + funding context</a:t>
            </a:r>
          </a:p>
          <a:p>
            <a:pPr lvl="0" indent="-342900" marL="342900">
              <a:buAutoNum type="arabicPeriod"/>
            </a:pPr>
            <a:r>
              <a:rPr i="1"/>
              <a:t>6 min</a:t>
            </a:r>
            <a:r>
              <a:rPr/>
              <a:t> - Live browse of the showcase: PROIEL tree + arg-structure cards</a:t>
            </a:r>
          </a:p>
          <a:p>
            <a:pPr lvl="0" indent="-342900" marL="342900">
              <a:buAutoNum type="arabicPeriod"/>
            </a:pPr>
            <a:r>
              <a:rPr i="1"/>
              <a:t>5 min</a:t>
            </a:r>
            <a:r>
              <a:rPr/>
              <a:t> - Live cross-alignment query (Neo4j) across Greek/Latin/Gothic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Editor workflow: flag-for-review toolbar + corpus-side fix pipeline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Q&amp;A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1 - browse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</a:t>
            </a:r>
            <a:r>
              <a:rPr>
                <a:hlinkClick r:id="rId2"/>
              </a:rPr>
              <a:t>https://athdgc.github.io</a:t>
            </a:r>
            <a:r>
              <a:rPr/>
              <a:t> in the browser.</a:t>
            </a:r>
          </a:p>
          <a:p>
            <a:pPr lvl="0" indent="0" marL="0">
              <a:buNone/>
            </a:pPr>
            <a:r>
              <a:rPr/>
              <a:t>Select </a:t>
            </a:r>
            <a:r>
              <a:rPr b="1"/>
              <a:t>Classical</a:t>
            </a:r>
            <a:r>
              <a:rPr/>
              <a:t> period tab. Click into a Plato </a:t>
            </a:r>
            <a:r>
              <a:rPr>
                <a:latin typeface="Courier"/>
              </a:rPr>
              <a:t>tlg0059.tlg022</a:t>
            </a:r>
            <a:r>
              <a:rPr/>
              <a:t> sample.</a:t>
            </a:r>
          </a:p>
          <a:p>
            <a:pPr lvl="0" indent="0" marL="0">
              <a:buNone/>
            </a:pPr>
            <a:r>
              <a:rPr/>
              <a:t>Observe:</a:t>
            </a:r>
          </a:p>
          <a:p>
            <a:pPr lvl="0"/>
            <a:r>
              <a:rPr/>
              <a:t>Greek sentence in Cardo / Old Standard TT</a:t>
            </a:r>
          </a:p>
          <a:p>
            <a:pPr lvl="0"/>
            <a:r>
              <a:rPr/>
              <a:t>PROIEL dependency tree (root at top, daughters indented)</a:t>
            </a:r>
          </a:p>
          <a:p>
            <a:pPr lvl="0"/>
            <a:r>
              <a:rPr/>
              <a:t>Per-verb argument-structure card (subj / obj / oblique / voice / aspect)</a:t>
            </a:r>
          </a:p>
          <a:p>
            <a:pPr lvl="0"/>
            <a:r>
              <a:rPr/>
              <a:t>Raw PROIEL XML (collapsible)</a:t>
            </a:r>
          </a:p>
          <a:p>
            <a:pPr lvl="0"/>
            <a:r>
              <a:rPr/>
              <a:t>Mark-for-review toolbar (state persisted to </a:t>
            </a:r>
            <a:r>
              <a:rPr>
                <a:latin typeface="Courier"/>
              </a:rPr>
              <a:t>localStorage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2 - cross-alignment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public Neo4j endpoint (https://athdgc.github.io/graph).</a:t>
            </a:r>
          </a:p>
          <a:p>
            <a:pPr lvl="0" indent="0" marL="0">
              <a:buNone/>
            </a:pPr>
            <a:r>
              <a:rPr/>
              <a:t>Run:</a:t>
            </a:r>
          </a:p>
          <a:p>
            <a:pPr lvl="0" indent="0">
              <a:buNone/>
            </a:pPr>
            <a:r>
              <a:rPr>
                <a:latin typeface="Courier"/>
              </a:rPr>
              <a:t>MATCH (gk:Token {language:"grc", upos:"VERB"})-[:TRANSLATED_AS]-&gt;(la:Token {language:"lat"})
WHERE gk.feats CONTAINS "Voice=Act" AND gk.feats CONTAINS "Aspect=Perf"
  AND la.feats CONTAINS "Voice=Pass"
RETURN gk.form, gk.lemma, la.form, la.lemma LIMIT 25</a:t>
            </a:r>
          </a:p>
          <a:p>
            <a:pPr lvl="0" indent="0" marL="0">
              <a:buNone/>
            </a:pPr>
            <a:r>
              <a:rPr/>
              <a:t>Returns Greek aorist active verbs whose Vulgate counterpart is passive.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3 - editor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showcase: click </a:t>
            </a:r>
            <a:r>
              <a:rPr b="1"/>
              <a:t>Mark for review</a:t>
            </a:r>
            <a:r>
              <a:rPr/>
              <a:t> on a problematic sample.</a:t>
            </a:r>
          </a:p>
          <a:p>
            <a:pPr lvl="0" indent="0" marL="0">
              <a:buNone/>
            </a:pPr>
            <a:r>
              <a:rPr/>
              <a:t>The flag is stored in </a:t>
            </a:r>
            <a:r>
              <a:rPr>
                <a:latin typeface="Courier"/>
              </a:rPr>
              <a:t>localStorage</a:t>
            </a:r>
            <a:r>
              <a:rPr/>
              <a:t> and persists across reloads. Export current review state via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athdgcExportReview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This JSON is then handed to the corpus-side </a:t>
            </a:r>
            <a:r>
              <a:rPr>
                <a:latin typeface="Courier"/>
              </a:rPr>
              <a:t>fix_corpus_data.py</a:t>
            </a:r>
            <a:r>
              <a:rPr/>
              <a:t> which applies bulk corrections on ARIS.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43_discover_sources.py</a:t>
                      </a:r>
                      <a:r>
                        <a:rPr/>
                        <a:t> - daily cron on ARIS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Filtering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44_filter_candidates.py</a:t>
                      </a:r>
                      <a:r>
                        <a:rPr/>
                        <a:t> - Greek-script + apparatus filters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OCR / Conversion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45_ocr_candidates.sbatch</a:t>
                      </a:r>
                      <a:r>
                        <a:rPr/>
                        <a:t> + </a:t>
                      </a:r>
                      <a:r>
                        <a:rPr>
                          <a:latin typeface="Courier"/>
                        </a:rPr>
                        <a:t>46_to_proiel_xml.py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47_annotate_inbox.sbatch</a:t>
                      </a:r>
                      <a:r>
                        <a:rPr/>
                        <a:t> - Stanza on A100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Merge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48_merge_xml_to_corpus.py</a:t>
                      </a:r>
                      <a:r>
                        <a:rPr/>
                        <a:t> - JSONL partitioning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Corpus fix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fix_corpus_data.py</a:t>
                      </a:r>
                      <a:r>
                        <a:rPr/>
                        <a:t> - TLG author override + Stanza error fixes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Showcase build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51_build_showcase_site.py</a:t>
                      </a:r>
                      <a:r>
                        <a:rPr/>
                        <a:t> - regenerates HTML from JSONL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Deploy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deploy_athdgc_v2.ps1</a:t>
                      </a:r>
                      <a:r>
                        <a:rPr/>
                        <a:t> - scp + git push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Per-period JSONL partitions for fine-tuning Greek diachronic transformers</a:t>
            </a:r>
          </a:p>
          <a:p>
            <a:pPr lvl="0"/>
            <a:r>
              <a:rPr/>
              <a:t>PROIEL XML 2.0 export compatible with Oslo PROIEL tools</a:t>
            </a:r>
          </a:p>
          <a:p>
            <a:pPr lvl="0"/>
            <a:r>
              <a:rPr/>
              <a:t>Neo4j alignment graph for cross-linguistic queries</a:t>
            </a:r>
          </a:p>
          <a:p>
            <a:pPr lvl="0"/>
            <a:r>
              <a:rPr/>
              <a:t>Public Hugging Face dataset (forthcoming)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+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Source code: github.com/AthDGC/Diachronic-Linguistics-Platform (Apache-2.0)</a:t>
            </a:r>
          </a:p>
          <a:p>
            <a:pPr lvl="0"/>
            <a:r>
              <a:rPr/>
              <a:t>Dataset: </a:t>
            </a:r>
            <a:r>
              <a:rPr>
                <a:hlinkClick r:id="rId2"/>
              </a:rPr>
              <a:t>10.5281/zenodo.20439182</a:t>
            </a:r>
            <a:r>
              <a:rPr/>
              <a:t> (CC-BY-4.0)</a:t>
            </a:r>
          </a:p>
          <a:p>
            <a:pPr lvl="0" indent="0" marL="0">
              <a:buNone/>
            </a:pPr>
            <a:r>
              <a:rPr/>
              <a:t>Lavidas, N. and the Athens Digital Glossa Chronos Research Network (2026). </a:t>
            </a:r>
            <a:r>
              <a:rPr i="1"/>
              <a:t>AthDGC: Athens Diachronic Glossa Chronos</a:t>
            </a:r>
            <a:r>
              <a:rPr/>
              <a:t>. Zenodo.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</a:t>
            </a:r>
            <a:r>
              <a:rPr b="1"/>
              <a:t>HFRI</a:t>
            </a:r>
            <a:r>
              <a:rPr/>
              <a:t> (Project No. 20577) · </a:t>
            </a:r>
            <a:r>
              <a:rPr b="1"/>
              <a:t>Greece 2.0 NRRP</a:t>
            </a:r>
            <a:r>
              <a:rPr/>
              <a:t> Compute: </a:t>
            </a:r>
            <a:r>
              <a:rPr b="1"/>
              <a:t>GRNET ARIS</a:t>
            </a:r>
            <a:r>
              <a:rPr/>
              <a:t> (</a:t>
            </a:r>
            <a:r>
              <a:rPr>
                <a:latin typeface="Courier"/>
              </a:rPr>
              <a:t>pa260305</a:t>
            </a:r>
            <a:r>
              <a:rPr/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</a:t>
            </a:r>
            <a:r>
              <a:rPr>
                <a:hlinkClick r:id="rId3"/>
              </a:rPr>
              <a:t>10.5281/zenodo.20439182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- system demonstration</dc:title>
  <dc:creator>Nikolaos Lavidas</dc:creator>
  <cp:keywords/>
  <dcterms:created xsi:type="dcterms:W3CDTF">2026-05-31T22:04:54Z</dcterms:created>
  <dcterms:modified xsi:type="dcterms:W3CDTF">2026-05-31T22:04:54Z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30,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Open PROIEL-style treebank for the entire Greek language</vt:lpwstr>
  </property>
  <property fmtid="{D5CDD505-2E9C-101B-9397-08002B2CF9AE}" pid="16" name="toc-title">
    <vt:lpwstr>Table of contents</vt:lpwstr>
  </property>
</Properties>
</file>