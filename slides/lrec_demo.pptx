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export compatible with Oslo PROIEL tools</a:t>
            </a:r>
          </a:p>
          <a:p>
            <a:pPr lvl="0"/>
            <a:r>
              <a:rPr/>
              <a:t>Neo4j alignment graph for cross-linguistic queries</a:t>
            </a:r>
          </a:p>
          <a:p>
            <a:pPr lvl="0"/>
            <a:r>
              <a:rPr/>
              <a:t>Public Hugging Face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2026-06-02T21:51:38Z</dcterms:created>
  <dcterms:modified xsi:type="dcterms:W3CDTF">2026-06-02T21:51:38Z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