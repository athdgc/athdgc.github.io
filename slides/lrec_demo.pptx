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 indent="0" marL="0">
              <a:buNone/>
            </a:pPr>
            <a:r>
              <a:rPr/>
              <a:t>Lavidas, N.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2026-05-31T23:02:18Z</dcterms:created>
  <dcterms:modified xsi:type="dcterms:W3CDTF">2026-05-31T23:02:18Z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