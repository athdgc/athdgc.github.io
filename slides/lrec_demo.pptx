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—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PROIEL-style dependency treebank — Homer to Modern Greek —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—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—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— Live cross-alignment query (Neo4j)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—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—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—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—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—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—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—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— Stanza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— JSONL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—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—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—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export compatible with Oslo PROIEL tools</a:t>
            </a:r>
          </a:p>
          <a:p>
            <a:pPr lvl="0"/>
            <a:r>
              <a:rPr/>
              <a:t>Neo4j alignment graph for cross-linguistic queries</a:t>
            </a:r>
          </a:p>
          <a:p>
            <a:pPr lvl="0"/>
            <a:r>
              <a:rPr/>
              <a:t>Public Hugging Face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(Apache-2.0)</a:t>
            </a:r>
          </a:p>
          <a:p>
            <a:pPr lvl="0"/>
            <a:r>
              <a:rPr/>
              <a:t>Dataset: Zenodo DOI: pending (CC-BY-4.0)</a:t>
            </a:r>
          </a:p>
          <a:p>
            <a:pPr lvl="0" indent="0" marL="0">
              <a:buNone/>
            </a:pPr>
            <a:r>
              <a:rPr/>
              <a:t>Lavidas, N.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 i="1"/>
              <a:t>Zenodo DOI: pending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— system demonstration</dc:title>
  <dc:creator>Nikolaos Lavidas</dc:creator>
  <cp:keywords/>
  <dcterms:created xsi:type="dcterms:W3CDTF">2026-05-31T07:19:18Z</dcterms:created>
  <dcterms:modified xsi:type="dcterms:W3CDTF">2026-05-31T07:19:18Z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June 30,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subtitle">
    <vt:lpwstr>Open PROIEL-style treebank for the entire Greek language</vt:lpwstr>
  </property>
  <property fmtid="{D5CDD505-2E9C-101B-9397-08002B2CF9AE}" pid="15" name="toc-title">
    <vt:lpwstr>Table of contents</vt:lpwstr>
  </property>
</Properties>
</file>