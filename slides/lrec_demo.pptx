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AthDGC,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treebank,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,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,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Editor workflow: flag-for-review toolbar + corpus-side fix workflow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1,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2,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3,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workflow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AthDGC, system demonstration</dc:title>
  <dc:creator>Nikolaos Lavidas</dc:creator>
  <cp:keywords/>
  <dcterms:created xsi:type="dcterms:W3CDTF">2026-06-19T21:05:26Z</dcterms:created>
  <dcterms:modified xsi:type="dcterms:W3CDTF">2026-06-19T21:05:26Z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