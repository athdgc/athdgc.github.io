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171725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17172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—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— 6,861 verses aligned</a:t>
            </a:r>
          </a:p>
          <a:p>
            <a:pPr lvl="0"/>
            <a:r>
              <a:rPr b="1"/>
              <a:t>Gothic</a:t>
            </a:r>
            <a:r>
              <a:rPr/>
              <a:t> (Wulfila) —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—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— UD-style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nsubj</a:t>
            </a:r>
            <a:r>
              <a:rPr/>
              <a:t>, </a:t>
            </a:r>
            <a:r>
              <a:rPr>
                <a:latin typeface="Courier"/>
              </a:rPr>
              <a:t>nsubj:pass</a:t>
            </a:r>
            <a:r>
              <a:rPr/>
              <a:t>, </a:t>
            </a:r>
            <a:r>
              <a:rPr>
                <a:latin typeface="Courier"/>
              </a:rPr>
              <a:t>csubj</a:t>
            </a:r>
            <a:r>
              <a:rPr/>
              <a:t>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obl:arg</a:t>
            </a:r>
            <a:r>
              <a:rPr/>
              <a:t>, </a:t>
            </a:r>
            <a:r>
              <a:rPr>
                <a:latin typeface="Courier"/>
              </a:rPr>
              <a:t>obl:agent</a:t>
            </a:r>
            <a:r>
              <a:rPr/>
              <a:t>, …)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10.5281/zenodo.20171725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(EKPA)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EKPA: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doi.org/10.5281/zenodo.20171725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2026-05-30T20:20:55Z</dcterms:created>
  <dcterms:modified xsi:type="dcterms:W3CDTF">2026-05-30T20:20:55Z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itation">
    <vt:lpwstr/>
  </property>
  <property fmtid="{D5CDD505-2E9C-101B-9397-08002B2CF9AE}" pid="9" name="date">
    <vt:lpwstr>June 15, 2026</vt:lpwstr>
  </property>
  <property fmtid="{D5CDD505-2E9C-101B-9397-08002B2CF9AE}" pid="10" name="date-format">
    <vt:lpwstr>long</vt:lpwstr>
  </property>
  <property fmtid="{D5CDD505-2E9C-101B-9397-08002B2CF9AE}" pid="11" name="engines">
    <vt:lpwstr/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subtitle">
    <vt:lpwstr>Civis Diachronic Linguistics · Athens · CIVIS BIP</vt:lpwstr>
  </property>
  <property fmtid="{D5CDD505-2E9C-101B-9397-08002B2CF9AE}" pid="17" name="toc-title">
    <vt:lpwstr>Table of contents</vt:lpwstr>
  </property>
</Properties>
</file>