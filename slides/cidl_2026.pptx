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thDGC/Diachronic-Linguistics-Platform" TargetMode="External" /><Relationship Id="rId3" Type="http://schemas.openxmlformats.org/officeDocument/2006/relationships/hyperlink" Target="https://doi.org/10.5281/zenodo.20439182" TargetMode="External" /><Relationship Id="rId4" Type="http://schemas.openxmlformats.org/officeDocument/2006/relationships/hyperlink" Target="https://athdgc.github.io" TargetMode="External" /><Relationship Id="rId5" Type="http://schemas.openxmlformats.org/officeDocument/2006/relationships/hyperlink" Target="https://huggingface.co/AthDGC" TargetMode="External" /><Relationship Id="rId6" Type="http://schemas.openxmlformats.org/officeDocument/2006/relationships/hyperlink" Target="https://athdgc.github.io/data_paper.html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</a:t>
            </a:r>
            <a:r>
              <a:rPr>
                <a:hlinkClick r:id="rId2"/>
              </a:rPr>
              <a:t>https://github.com/AthDGC/Diachronic-Linguistics-Platform</a:t>
            </a:r>
            <a:r>
              <a:rPr/>
              <a:t>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4"/>
              </a:rPr>
              <a:t>athdgc.github.io</a:t>
            </a:r>
          </a:p>
          <a:p>
            <a:pPr lvl="0"/>
            <a:r>
              <a:rPr b="1"/>
              <a:t>Hugging Face checkpoints:</a:t>
            </a:r>
            <a:r>
              <a:rPr/>
              <a:t> mirror at </a:t>
            </a:r>
            <a:r>
              <a:rPr>
                <a:hlinkClick r:id="rId5"/>
              </a:rPr>
              <a:t>https://huggingface.co/AthDGC</a:t>
            </a:r>
            <a:r>
              <a:rPr/>
              <a:t> in setup; ships at v0.5</a:t>
            </a:r>
          </a:p>
          <a:p>
            <a:pPr lvl="0"/>
            <a:r>
              <a:rPr b="1"/>
              <a:t>Launch report:</a:t>
            </a:r>
            <a:r>
              <a:rPr/>
              <a:t> </a:t>
            </a:r>
            <a:r>
              <a:rPr>
                <a:hlinkClick r:id="rId6"/>
              </a:rPr>
              <a:t>GlossaContactLab Working Papers, NKUA digital edition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Prof. Nikolaos Lavidas (NKUA) </a:t>
            </a:r>
            <a:r>
              <a:rPr b="1"/>
              <a:t>International:</a:t>
            </a:r>
            <a:r>
              <a:rPr/>
              <a:t> Prof. Dag Haug (Oslo, PROIEL Project Director); Prof. Leonid Kulikov (Ghent; Diachronic typology, valency questionnaires) </a:t>
            </a:r>
            <a:r>
              <a:rPr b="1"/>
              <a:t>NKUA:</a:t>
            </a:r>
            <a:r>
              <a:rPr/>
              <a:t> Prof. Emerita Kiki Nikiforidou; Dr. Vassiliki Geka, Dr. Vassileios Symeonidis, Dr. Theodoros Michalareas (Post-Doctoral Researchers); Sofia Chionidi, Anastasia Tsiropina, Eleni Plakoutsi (PhD Candidates); Evangelos Argyropoulos (Research Assistant); Athens Digital Glossa Chronos Research Network (collective author)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2026-06-04T20:19:24Z</dcterms:created>
  <dcterms:modified xsi:type="dcterms:W3CDTF">2026-06-04T20:19:24Z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