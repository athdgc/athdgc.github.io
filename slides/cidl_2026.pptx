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Relationship Id="rId3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nsubj</a:t>
            </a:r>
            <a:r>
              <a:rPr/>
              <a:t>, </a:t>
            </a:r>
            <a:r>
              <a:rPr>
                <a:latin typeface="Courier"/>
              </a:rPr>
              <a:t>nsubj:pass</a:t>
            </a:r>
            <a:r>
              <a:rPr/>
              <a:t>, </a:t>
            </a:r>
            <a:r>
              <a:rPr>
                <a:latin typeface="Courier"/>
              </a:rPr>
              <a:t>csubj</a:t>
            </a:r>
            <a:r>
              <a:rPr/>
              <a:t>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obl:arg</a:t>
            </a:r>
            <a:r>
              <a:rPr/>
              <a:t>, </a:t>
            </a:r>
            <a:r>
              <a:rPr>
                <a:latin typeface="Courier"/>
              </a:rPr>
              <a:t>obl:agent</a:t>
            </a:r>
            <a:r>
              <a:rPr/>
              <a:t>, …)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3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(EKPA)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EKPA: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2026-05-31T22:04:41Z</dcterms:created>
  <dcterms:modified xsi:type="dcterms:W3CDTF">2026-05-31T22:04:41Z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