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 (the dependency-treebank (a collection of sentences whose grammatical structure has been analysed and stored) standard for early Indo-European languages, developed at Oslo)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(matching corresponding words or sentences between texts in different languages)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 (the set of obligatory and optional partners a verb requires, e.g. subject, object, oblique)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Clementine Vulgate NT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(a multilingual sentence-embedding model that maps sentences from many languages into a common vector space) sentence embedding (a numeric vector that represents the meaning of a sentence) + AwesomeAlign (a word-alignment procedure that uses multilingual-BERT attention to match words across translations)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(a graph database that stores data as nodes and connections rather than as tables)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 (a permissive open-source licence widely used for software))</a:t>
            </a:r>
          </a:p>
          <a:p>
            <a:pPr lvl="0"/>
            <a:r>
              <a:rPr b="1"/>
              <a:t>Dataset DOI (Digital Object Identifier, a permanent web link for a published artefact):</a:t>
            </a:r>
            <a:r>
              <a:rPr/>
              <a:t> </a:t>
            </a:r>
            <a:r>
              <a:rPr>
                <a:hlinkClick r:id="rId3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(a public hosting platform for machine-learning models and datasets) checkpoints (saved snapshots of a trained model):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(the number and type of arguments a verb takes)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(the Greek national high-performance computing cluster, run by GRNET)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(a plain-text data format that stores one record per line)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(the file format that stores each sentence as a tree of word-by-word grammatical relations, developed at Oslo)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2026-06-09T15:47:16Z</dcterms:created>
  <dcterms:modified xsi:type="dcterms:W3CDTF">2026-06-09T15:47:16Z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