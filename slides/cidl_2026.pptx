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AthDGC,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(Vulgate),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(Wulfila),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(Marianus),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, PROIEL-style workflow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released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2026-06-19T21:05:10Z</dcterms:created>
  <dcterms:modified xsi:type="dcterms:W3CDTF">2026-06-19T21:05:10Z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