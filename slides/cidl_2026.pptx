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checkpoints: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Assistant); Athens Digital Glossa Chronos Research Network (collective author)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2026-06-04T15:21:26Z</dcterms:created>
  <dcterms:modified xsi:type="dcterms:W3CDTF">2026-06-04T15:21:26Z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