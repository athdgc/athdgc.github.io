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AthDGC,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(Vulgate), Clementine Vulgate NT aligned</a:t>
            </a:r>
          </a:p>
          <a:p>
            <a:pPr lvl="0"/>
            <a:r>
              <a:rPr b="1"/>
              <a:t>Gothic</a:t>
            </a:r>
            <a:r>
              <a:rPr/>
              <a:t> (Wulfila),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(Marianus),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, PROIEL-style workflow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released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2026-06-11T19:17:51Z</dcterms:created>
  <dcterms:modified xsi:type="dcterms:W3CDTF">2026-06-11T19:17:51Z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