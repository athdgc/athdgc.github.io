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—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— 6,861 verses aligned</a:t>
            </a:r>
          </a:p>
          <a:p>
            <a:pPr lvl="0"/>
            <a:r>
              <a:rPr b="1"/>
              <a:t>Gothic</a:t>
            </a:r>
            <a:r>
              <a:rPr/>
              <a:t> (Wulfila) —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—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—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nsubj</a:t>
            </a:r>
            <a:r>
              <a:rPr/>
              <a:t>, </a:t>
            </a:r>
            <a:r>
              <a:rPr>
                <a:latin typeface="Courier"/>
              </a:rPr>
              <a:t>nsubj:pass</a:t>
            </a:r>
            <a:r>
              <a:rPr/>
              <a:t>, </a:t>
            </a:r>
            <a:r>
              <a:rPr>
                <a:latin typeface="Courier"/>
              </a:rPr>
              <a:t>csubj</a:t>
            </a:r>
            <a:r>
              <a:rPr/>
              <a:t>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obl:arg</a:t>
            </a:r>
            <a:r>
              <a:rPr/>
              <a:t>, </a:t>
            </a:r>
            <a:r>
              <a:rPr>
                <a:latin typeface="Courier"/>
              </a:rPr>
              <a:t>obl:agent</a:t>
            </a:r>
            <a:r>
              <a:rPr/>
              <a:t>, …)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github.com/AthDGC/Diachronic-Linguistics-Platform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 i="1"/>
              <a:t>Zenodo DOI: pending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2"/>
              </a:rPr>
              <a:t>athdgc.github.io</a:t>
            </a:r>
          </a:p>
          <a:p>
            <a:pPr lvl="0"/>
            <a:r>
              <a:rPr b="1"/>
              <a:t>Hugging Face dataset:</a:t>
            </a:r>
            <a:r>
              <a:rPr/>
              <a:t> </a:t>
            </a:r>
            <a:r>
              <a:rPr>
                <a:latin typeface="Courier"/>
              </a:rPr>
              <a:t>athdgc/diachronic-greek-corpus</a:t>
            </a:r>
            <a:r>
              <a:rPr/>
              <a:t>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Nikolaos Lavidas (EKPA) </a:t>
            </a:r>
            <a:r>
              <a:rPr b="1"/>
              <a:t>International:</a:t>
            </a:r>
            <a:r>
              <a:rPr/>
              <a:t> Dag Haug (Oslo, PROIEL Director), Leonid Kulikov (Ghent) </a:t>
            </a:r>
            <a:r>
              <a:rPr b="1"/>
              <a:t>EKPA:</a:t>
            </a:r>
            <a:r>
              <a:rPr/>
              <a:t> Kiki Nikiforidou, Vassiliki Geka, Vassileios Symeonidis, Theodoros Michalareas, Sofia Chionidi, Anastasia Tsiropina, Eleni Plakoutsi, Evangelos Argyropoulos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 i="1"/>
              <a:t>Zenodo DOI: pending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2026-05-31T07:19:08Z</dcterms:created>
  <dcterms:modified xsi:type="dcterms:W3CDTF">2026-05-31T07:19:08Z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June 15,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subtitle">
    <vt:lpwstr>Civis Diachronic Linguistics · Athens · CIVIS BIP</vt:lpwstr>
  </property>
  <property fmtid="{D5CDD505-2E9C-101B-9397-08002B2CF9AE}" pid="15" name="toc-title">
    <vt:lpwstr>Table of contents</vt:lpwstr>
  </property>
</Properties>
</file>