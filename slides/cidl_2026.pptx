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- Athens-PROIEL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- 6,861 verses aligned</a:t>
            </a:r>
          </a:p>
          <a:p>
            <a:pPr lvl="0"/>
            <a:r>
              <a:rPr b="1"/>
              <a:t>Gothic</a:t>
            </a:r>
            <a:r>
              <a:rPr/>
              <a:t> (Wulfila) -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-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- PROIEL-style pipeline in development</a:t>
            </a:r>
          </a:p>
          <a:p>
            <a:pPr lvl="0" indent="0" marL="0">
              <a:buNone/>
            </a:pPr>
            <a:r>
              <a:rPr/>
              <a:t>Method: LaBSE sentence embedding + AwesomeAlign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(Apache-2.0)</a:t>
            </a:r>
          </a:p>
          <a:p>
            <a:pPr lvl="0"/>
            <a:r>
              <a:rPr b="1"/>
              <a:t>Dataset DOI: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  <a:r>
              <a:rPr/>
              <a:t> (CC-BY-4.0)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checkpoints: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ships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Assistant); Athens Digital Glossa Chronos Research Network (collective author)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2026-06-03T19:46:12Z</dcterms:created>
  <dcterms:modified xsi:type="dcterms:W3CDTF">2026-06-03T19:46:12Z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