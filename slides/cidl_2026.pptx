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—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— 6,861 verses aligned</a:t>
            </a:r>
          </a:p>
          <a:p>
            <a:pPr lvl="0"/>
            <a:r>
              <a:rPr b="1"/>
              <a:t>Gothic</a:t>
            </a:r>
            <a:r>
              <a:rPr/>
              <a:t> (Wulfila) —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—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—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 i="1"/>
              <a:t>Zenodo DOI: pending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2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 i="1"/>
              <a:t>Zenodo DOI: pending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2026-05-31T19:17:55Z</dcterms:created>
  <dcterms:modified xsi:type="dcterms:W3CDTF">2026-05-31T19:17:55Z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15,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Civis Diachronic Linguistics · Athens · CIVIS BIP</vt:lpwstr>
  </property>
  <property fmtid="{D5CDD505-2E9C-101B-9397-08002B2CF9AE}" pid="15" name="toc-title">
    <vt:lpwstr>Table of contents</vt:lpwstr>
  </property>
</Properties>
</file>