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Relationship Id="rId3" Type="http://schemas.openxmlformats.org/officeDocument/2006/relationships/hyperlink" Target="https://athdgc.github.io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- 6,861 verses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sentence embedding + AwesomeAlign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nsubj</a:t>
            </a:r>
            <a:r>
              <a:rPr/>
              <a:t>, </a:t>
            </a:r>
            <a:r>
              <a:rPr>
                <a:latin typeface="Courier"/>
              </a:rPr>
              <a:t>nsubj:pass</a:t>
            </a:r>
            <a:r>
              <a:rPr/>
              <a:t>, </a:t>
            </a:r>
            <a:r>
              <a:rPr>
                <a:latin typeface="Courier"/>
              </a:rPr>
              <a:t>csubj</a:t>
            </a:r>
            <a:r>
              <a:rPr/>
              <a:t>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obl:arg</a:t>
            </a:r>
            <a:r>
              <a:rPr/>
              <a:t>, </a:t>
            </a:r>
            <a:r>
              <a:rPr>
                <a:latin typeface="Courier"/>
              </a:rPr>
              <a:t>obl:agent</a:t>
            </a:r>
            <a:r>
              <a:rPr/>
              <a:t>, …)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github.com/AthDGC/Diachronic-Linguistics-Platform (Apache-2.0)</a:t>
            </a:r>
          </a:p>
          <a:p>
            <a:pPr lvl="0"/>
            <a:r>
              <a:rPr b="1"/>
              <a:t>Dataset DOI:</a:t>
            </a:r>
            <a:r>
              <a:rPr/>
              <a:t> </a:t>
            </a:r>
            <a:r>
              <a:rPr>
                <a:hlinkClick r:id="rId2"/>
              </a:rPr>
              <a:t>10.5281/zenodo.20439182</a:t>
            </a:r>
            <a:r>
              <a:rPr/>
              <a:t> (CC-BY-4.0)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3"/>
              </a:rPr>
              <a:t>athdgc.github.io</a:t>
            </a:r>
          </a:p>
          <a:p>
            <a:pPr lvl="0"/>
            <a:r>
              <a:rPr b="1"/>
              <a:t>Hugging Face dataset:</a:t>
            </a:r>
            <a:r>
              <a:rPr/>
              <a:t> </a:t>
            </a:r>
            <a:r>
              <a:rPr>
                <a:latin typeface="Courier"/>
              </a:rPr>
              <a:t>athdgc/diachronic-greek-corpus</a:t>
            </a:r>
            <a:r>
              <a:rPr/>
              <a:t>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Nikolaos Lavidas (EKPA) </a:t>
            </a:r>
            <a:r>
              <a:rPr b="1"/>
              <a:t>International:</a:t>
            </a:r>
            <a:r>
              <a:rPr/>
              <a:t> Dag Haug (Oslo, PROIEL Director), Leonid Kulikov (Ghent) </a:t>
            </a:r>
            <a:r>
              <a:rPr b="1"/>
              <a:t>EKPA:</a:t>
            </a:r>
            <a:r>
              <a:rPr/>
              <a:t> Kiki Nikiforidou, Vassiliki Geka, Vassileios Symeonidis, Theodoros Michalareas, Sofia Chionidi, Anastasia Tsiropina, Eleni Plakoutsi, Evangelos Argyropoulos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2026-05-31T22:28:07Z</dcterms:created>
  <dcterms:modified xsi:type="dcterms:W3CDTF">2026-05-31T22:28:07Z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